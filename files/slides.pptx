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68" r:id="rId3"/>
    <p:sldId id="269" r:id="rId4"/>
    <p:sldId id="265" r:id="rId5"/>
    <p:sldId id="266" r:id="rId6"/>
    <p:sldId id="264" r:id="rId7"/>
    <p:sldId id="256" r:id="rId8"/>
    <p:sldId id="257" r:id="rId9"/>
    <p:sldId id="259" r:id="rId10"/>
    <p:sldId id="260" r:id="rId11"/>
    <p:sldId id="261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4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8C3F0-F9A3-0A48-8499-E61608B4730A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1855C3-198C-734E-8313-1332C15E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82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1855C3-198C-734E-8313-1332C15E50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21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EE62C-800B-E2D8-0FA7-D5D37D88C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economists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E73A5-F8F2-67DB-364C-648774228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Economists study how people use money and how people make choices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BD22C7-50F7-E185-332D-9CF71D266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477" y="2848718"/>
            <a:ext cx="3411045" cy="346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12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2CA94-29E1-745F-F584-0E514B4E5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Prices $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D1DCE-4CB5-A273-287C-331173530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price?</a:t>
            </a:r>
          </a:p>
          <a:p>
            <a:endParaRPr lang="en-US" dirty="0"/>
          </a:p>
          <a:p>
            <a:r>
              <a:rPr lang="en-US" dirty="0"/>
              <a:t>Where do prices come from?</a:t>
            </a:r>
          </a:p>
          <a:p>
            <a:endParaRPr lang="en-US" dirty="0"/>
          </a:p>
          <a:p>
            <a:r>
              <a:rPr lang="en-US" dirty="0"/>
              <a:t>How will you decide how to price items at the market?</a:t>
            </a:r>
          </a:p>
        </p:txBody>
      </p:sp>
    </p:spTree>
    <p:extLst>
      <p:ext uri="{BB962C8B-B14F-4D97-AF65-F5344CB8AC3E}">
        <p14:creationId xmlns:p14="http://schemas.microsoft.com/office/powerpoint/2010/main" val="536479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0C2F5-E4DF-62DA-B195-B15E23008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Competition also matters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526686-9DC0-D317-4ED5-6EE95AD0D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028" y="1816631"/>
            <a:ext cx="3730843" cy="2261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EAB635-2E52-2BF8-01A8-36E2671A6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131" y="1816631"/>
            <a:ext cx="3730841" cy="22613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20FF43-0BFD-1585-4C60-046D477792F2}"/>
              </a:ext>
            </a:extLst>
          </p:cNvPr>
          <p:cNvSpPr txBox="1"/>
          <p:nvPr/>
        </p:nvSpPr>
        <p:spPr>
          <a:xfrm>
            <a:off x="1996965" y="4319752"/>
            <a:ext cx="1198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$5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64AFD0-A8A3-9348-669A-717E59ED8548}"/>
              </a:ext>
            </a:extLst>
          </p:cNvPr>
          <p:cNvSpPr txBox="1"/>
          <p:nvPr/>
        </p:nvSpPr>
        <p:spPr>
          <a:xfrm>
            <a:off x="6511323" y="4319752"/>
            <a:ext cx="462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1683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E94A-E55B-AE42-5A3E-7890A76F77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Money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2C1D6-4280-EE5A-588F-8A3648668F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60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F94F1-E647-E89F-0E2A-20CF827E0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242A6-1C57-33DF-7E5C-14A88558F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Money?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BFFC01-B315-77EA-5468-8D6A5D8AB8E7}"/>
              </a:ext>
            </a:extLst>
          </p:cNvPr>
          <p:cNvSpPr txBox="1"/>
          <p:nvPr/>
        </p:nvSpPr>
        <p:spPr>
          <a:xfrm>
            <a:off x="731520" y="1371600"/>
            <a:ext cx="759267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Money is something you give in exchange for goods and services</a:t>
            </a:r>
          </a:p>
        </p:txBody>
      </p:sp>
    </p:spTree>
    <p:extLst>
      <p:ext uri="{BB962C8B-B14F-4D97-AF65-F5344CB8AC3E}">
        <p14:creationId xmlns:p14="http://schemas.microsoft.com/office/powerpoint/2010/main" val="2127494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0BDA-B662-35E8-03BB-498E7DBF5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 Cash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457FDE-2FBA-3F37-06DB-5A20D6CE22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18" t="26" r="338" b="7086"/>
          <a:stretch>
            <a:fillRect/>
          </a:stretch>
        </p:blipFill>
        <p:spPr>
          <a:xfrm>
            <a:off x="2007475" y="1417638"/>
            <a:ext cx="5728138" cy="521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7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Money Around the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59267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4400" dirty="0"/>
              <a:t>Different countries use different </a:t>
            </a:r>
            <a:r>
              <a:rPr lang="en-US" sz="4400" dirty="0"/>
              <a:t>money</a:t>
            </a:r>
            <a:r>
              <a:rPr sz="4400" dirty="0"/>
              <a:t>.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🇺🇸 United States Dollar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234" y="1371600"/>
            <a:ext cx="748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The U.S. uses dollars ($).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154D42-D45B-BA77-504F-1B4A192BA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6602"/>
            <a:ext cx="9124546" cy="39132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🇦🇺 Australian Dollar</a:t>
            </a:r>
          </a:p>
        </p:txBody>
      </p:sp>
      <p:pic>
        <p:nvPicPr>
          <p:cNvPr id="3" name="Picture 2" descr="au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0" y="1850553"/>
            <a:ext cx="8890286" cy="44451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8786" y="1371600"/>
            <a:ext cx="7430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Australia uses colorful plastic banknotes.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🇯🇵 Japanese Yen</a:t>
            </a:r>
          </a:p>
        </p:txBody>
      </p:sp>
      <p:pic>
        <p:nvPicPr>
          <p:cNvPr id="3" name="Picture 2" descr="y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7" y="1740932"/>
            <a:ext cx="8986345" cy="50548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08386" y="1371600"/>
            <a:ext cx="6821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Japan uses yen (¥).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Features of Cash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28367" y="1539328"/>
            <a:ext cx="768726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dirty="0"/>
              <a:t>• A number showing value</a:t>
            </a:r>
          </a:p>
          <a:p>
            <a:r>
              <a:rPr sz="4000" dirty="0"/>
              <a:t>• Pictures</a:t>
            </a:r>
          </a:p>
          <a:p>
            <a:r>
              <a:rPr sz="4000" dirty="0"/>
              <a:t>• Colors</a:t>
            </a:r>
          </a:p>
          <a:p>
            <a:r>
              <a:rPr sz="4000" dirty="0"/>
              <a:t>• </a:t>
            </a:r>
            <a:r>
              <a:rPr lang="en-US" sz="4000" dirty="0"/>
              <a:t>Hard to copy</a:t>
            </a:r>
            <a:endParaRPr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67B33-9D6A-60CC-7995-13122CB7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money made?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832EA-EEA5-9D5E-97F5-0342231F5AF3}"/>
              </a:ext>
            </a:extLst>
          </p:cNvPr>
          <p:cNvSpPr txBox="1"/>
          <p:nvPr/>
        </p:nvSpPr>
        <p:spPr>
          <a:xfrm>
            <a:off x="728367" y="1539328"/>
            <a:ext cx="76872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dirty="0"/>
              <a:t>• </a:t>
            </a:r>
            <a:r>
              <a:rPr lang="en-US" sz="4000" dirty="0"/>
              <a:t>Money is made by a central bank</a:t>
            </a:r>
            <a:endParaRPr sz="4000" dirty="0"/>
          </a:p>
        </p:txBody>
      </p:sp>
      <p:pic>
        <p:nvPicPr>
          <p:cNvPr id="1026" name="Picture 2" descr="Federal Reserve Board">
            <a:extLst>
              <a:ext uri="{FF2B5EF4-FFF2-40B4-BE49-F238E27FC236}">
                <a16:creationId xmlns:a16="http://schemas.microsoft.com/office/drawing/2014/main" id="{C79A8B20-AB55-2CDB-497A-7FE1A2E3F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672" y="2592362"/>
            <a:ext cx="7188656" cy="387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7303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134</Words>
  <Application>Microsoft Macintosh PowerPoint</Application>
  <PresentationFormat>On-screen Show (4:3)</PresentationFormat>
  <Paragraphs>31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What do economists do?</vt:lpstr>
      <vt:lpstr>Prices $</vt:lpstr>
      <vt:lpstr>Competition also matters</vt:lpstr>
      <vt:lpstr>Money</vt:lpstr>
      <vt:lpstr>What is Money?</vt:lpstr>
      <vt:lpstr>Cub Cash</vt:lpstr>
      <vt:lpstr>Money Around the World</vt:lpstr>
      <vt:lpstr>🇺🇸 United States Dollar</vt:lpstr>
      <vt:lpstr>🇦🇺 Australian Dollar</vt:lpstr>
      <vt:lpstr>🇯🇵 Japanese Yen</vt:lpstr>
      <vt:lpstr>Some Features of Cash</vt:lpstr>
      <vt:lpstr>Where is money made?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Callum Jones</cp:lastModifiedBy>
  <cp:revision>6</cp:revision>
  <dcterms:created xsi:type="dcterms:W3CDTF">2013-01-27T09:14:16Z</dcterms:created>
  <dcterms:modified xsi:type="dcterms:W3CDTF">2026-06-05T17:42:44Z</dcterms:modified>
  <cp:category/>
</cp:coreProperties>
</file>